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focuses on exploring data before formal modeling.</a:t>
            </a:r>
          </a:p>
          <a:p>
            <a:pPr/>
            <a:r>
              <a:t>EDA helps analysts understand structure, patterns, and limitations.</a:t>
            </a:r>
          </a:p>
          <a:p>
            <a:pPr/>
            <a:r>
              <a:t>Exploration builds intuition and prevents misinterpretation.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Exploratory Data Analysis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reveals patterns hidden in raw data.</a:t>
            </a:r>
          </a:p>
          <a:p>
            <a:pPr/>
            <a:r>
              <a:t>It helps detect errors and anomalies early.</a:t>
            </a:r>
          </a:p>
          <a:p>
            <a:pPr/>
            <a:r>
              <a:t>Models built without EDA are often misleading.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 the Analytics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occurs after data cleaning and preparation.</a:t>
            </a:r>
          </a:p>
          <a:p>
            <a:pPr/>
            <a:r>
              <a:t>It informs modeling decisions.</a:t>
            </a:r>
          </a:p>
          <a:p>
            <a:pPr/>
            <a:r>
              <a:t>EDA is iterative and interpretive.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as Analytical Sense-Making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is not just calculation.</a:t>
            </a:r>
          </a:p>
          <a:p>
            <a:pPr/>
            <a:r>
              <a:t>It involves reasoning and judgment.</a:t>
            </a:r>
          </a:p>
          <a:p>
            <a:pPr/>
            <a:r>
              <a:t>Analysts learn how data behaves.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Goals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distributions.</a:t>
            </a:r>
          </a:p>
          <a:p>
            <a:pPr/>
            <a:r>
              <a:t>Identify anomalies.</a:t>
            </a:r>
          </a:p>
          <a:p>
            <a:pPr/>
            <a:r>
              <a:t>Generate hypotheses.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EDA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is not formal hypothesis testing.</a:t>
            </a:r>
          </a:p>
          <a:p>
            <a:pPr/>
            <a:r>
              <a:t>EDA does not prove causality.</a:t>
            </a:r>
          </a:p>
          <a:p>
            <a:pPr/>
            <a:r>
              <a:t>EDA supports, but does not replace,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to Module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2 focused on data quality.</a:t>
            </a:r>
          </a:p>
          <a:p>
            <a:pPr/>
            <a:r>
              <a:t>EDA assumes cleaned, documented data.</a:t>
            </a:r>
          </a:p>
          <a:p>
            <a:pPr/>
            <a:r>
              <a:t>Poor data quality undermines EDA.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Compute descriptive statistics.</a:t>
            </a:r>
          </a:p>
          <a:p>
            <a:pPr/>
            <a:r>
              <a:t>Create exploratory visualizations.</a:t>
            </a:r>
          </a:p>
          <a:p>
            <a:pPr/>
            <a:r>
              <a:t>Interpret patterns critically.</a:t>
            </a:r>
          </a:p>
          <a:p>
            <a:pPr/>
            <a:r>
              <a:t>Avoid common EDA pitfalls.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Univariate analysis examines one variable at a time.</a:t>
            </a:r>
          </a:p>
          <a:p>
            <a:pPr/>
            <a:r>
              <a:t>The goal is to understand distribution and variability.</a:t>
            </a:r>
          </a:p>
          <a:p>
            <a:pPr/>
            <a:r>
              <a:t>It forms the foundation of EDA.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Numerical variables represent quantities.</a:t>
            </a:r>
          </a:p>
          <a:p>
            <a:pPr/>
            <a:r>
              <a:t>Categorical variables represent groups or labels.</a:t>
            </a:r>
          </a:p>
          <a:p>
            <a:pPr/>
            <a:r>
              <a:t>Variable type determines analysis approach.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Examples include income, age, temperature.</a:t>
            </a:r>
          </a:p>
          <a:p>
            <a:pPr/>
            <a:r>
              <a:t>Numerical variables support arithmetic operations.</a:t>
            </a:r>
          </a:p>
          <a:p>
            <a:pPr/>
            <a:r>
              <a:t>EDA summarizes location and spread.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Central Tendency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Describe typical values.</a:t>
            </a:r>
          </a:p>
          <a:p>
            <a:pPr/>
            <a:r>
              <a:t>Common measures include mean and median.</a:t>
            </a:r>
          </a:p>
          <a:p>
            <a:pPr/>
            <a:r>
              <a:t>Choice depends on distribution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Arithmetic average of values.</a:t>
            </a:r>
          </a:p>
          <a:p>
            <a:pPr/>
            <a:r>
              <a:t>Sensitive to extreme values.</a:t>
            </a:r>
          </a:p>
          <a:p>
            <a:pPr/>
            <a:r>
              <a:t>Useful for symmetric distributions.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Middle value when data is ordered.</a:t>
            </a:r>
          </a:p>
          <a:p>
            <a:pPr/>
            <a:r>
              <a:t>Robust to outliers.</a:t>
            </a:r>
          </a:p>
          <a:p>
            <a:pPr/>
            <a:r>
              <a:t>Preferred for skewed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Describe how spread out data is.</a:t>
            </a:r>
          </a:p>
          <a:p>
            <a:pPr/>
            <a:r>
              <a:t>Variability indicates heterogeneity.</a:t>
            </a:r>
          </a:p>
          <a:p>
            <a:pPr/>
            <a:r>
              <a:t>Important for risk and uncertainty.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Variability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Range.</a:t>
            </a:r>
          </a:p>
          <a:p>
            <a:pPr/>
            <a:r>
              <a:t>Interquartile range.</a:t>
            </a:r>
          </a:p>
          <a:p>
            <a:pPr/>
            <a:r>
              <a:t>Variance and standard deviation.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Symmetric distributions.</a:t>
            </a:r>
          </a:p>
          <a:p>
            <a:pPr/>
            <a:r>
              <a:t>Right-skewed and left-skewed.</a:t>
            </a:r>
          </a:p>
          <a:p>
            <a:pPr/>
            <a:r>
              <a:t>Multi-modal distributions.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Visualize numeric distributions.</a:t>
            </a:r>
          </a:p>
          <a:p>
            <a:pPr/>
            <a:r>
              <a:t>Bin choice affects appearance.</a:t>
            </a:r>
          </a:p>
          <a:p>
            <a:pPr/>
            <a:r>
              <a:t>Used to assess shape and spread.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Density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Smoothed version of distribution.</a:t>
            </a:r>
          </a:p>
          <a:p>
            <a:pPr/>
            <a:r>
              <a:t>Highlights peaks and gaps.</a:t>
            </a:r>
          </a:p>
          <a:p>
            <a:pPr/>
            <a:r>
              <a:t>Complements histograms.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examine distributions first?</a:t>
            </a:r>
          </a:p>
          <a:p>
            <a:pPr/>
            <a:r>
              <a:t>When is median preferred over mean?</a:t>
            </a:r>
          </a:p>
          <a:p>
            <a:pPr/>
            <a:r>
              <a:t>What does variability indicate?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Represent categories or groups.</a:t>
            </a:r>
          </a:p>
          <a:p>
            <a:pPr/>
            <a:r>
              <a:t>Examples include gender or region.</a:t>
            </a:r>
          </a:p>
          <a:p>
            <a:pPr/>
            <a:r>
              <a:t>Summarized using counts and proportions.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Show category counts.</a:t>
            </a:r>
          </a:p>
          <a:p>
            <a:pPr/>
            <a:r>
              <a:t>Reveal dominant categories.</a:t>
            </a:r>
          </a:p>
          <a:p>
            <a:pPr/>
            <a:r>
              <a:t>Identify sparse categories.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Visualize categorical distributions.</a:t>
            </a:r>
          </a:p>
          <a:p>
            <a:pPr/>
            <a:r>
              <a:t>Enable easy comparison.</a:t>
            </a:r>
          </a:p>
          <a:p>
            <a:pPr/>
            <a:r>
              <a:t>Order affects interpretation.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Outliers deviate from most observations.</a:t>
            </a:r>
          </a:p>
          <a:p>
            <a:pPr/>
            <a:r>
              <a:t>May reflect error or real phenomena.</a:t>
            </a:r>
          </a:p>
          <a:p>
            <a:pPr/>
            <a:r>
              <a:t>Require investigation.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 methods include boxplots.</a:t>
            </a:r>
          </a:p>
          <a:p>
            <a:pPr/>
            <a:r>
              <a:t>Statistical rules may be used.</a:t>
            </a:r>
          </a:p>
          <a:p>
            <a:pPr/>
            <a:r>
              <a:t>Context matters.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Some outliers are meaningful.</a:t>
            </a:r>
          </a:p>
          <a:p>
            <a:pPr/>
            <a:r>
              <a:t>Others reflect data errors.</a:t>
            </a:r>
          </a:p>
          <a:p>
            <a:pPr/>
            <a:r>
              <a:t>Automatic removal is risky.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Treatment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Decisions must be justified.</a:t>
            </a:r>
          </a:p>
          <a:p>
            <a:pPr/>
            <a:r>
              <a:t>Documentation is essential.</a:t>
            </a:r>
          </a:p>
          <a:p>
            <a:pPr/>
            <a:r>
              <a:t>Theory guides judgment.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Summarize distribution visually.</a:t>
            </a:r>
          </a:p>
          <a:p>
            <a:pPr/>
            <a:r>
              <a:t>Highlight potential outliers.</a:t>
            </a:r>
          </a:p>
          <a:p>
            <a:pPr/>
            <a:r>
              <a:t>Useful for group comparison.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+ Numerical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distributions across groups.</a:t>
            </a:r>
          </a:p>
          <a:p>
            <a:pPr/>
            <a:r>
              <a:t>Supports subgroup analysis.</a:t>
            </a:r>
          </a:p>
          <a:p>
            <a:pPr/>
            <a:r>
              <a:t>Reveals heterogeneity.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Categorical &amp;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are outliers important?</a:t>
            </a:r>
          </a:p>
          <a:p>
            <a:pPr/>
            <a:r>
              <a:t>When should outliers be retained?</a:t>
            </a:r>
          </a:p>
          <a:p>
            <a:pPr/>
            <a:r>
              <a:t>What do bar charts reveal?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Examines relationships between two variables.</a:t>
            </a:r>
          </a:p>
          <a:p>
            <a:pPr/>
            <a:r>
              <a:t>Identifies associations.</a:t>
            </a:r>
          </a:p>
          <a:p>
            <a:pPr/>
            <a:r>
              <a:t>Informs modeling choices.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Bivariate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Numeric–numeric.</a:t>
            </a:r>
          </a:p>
          <a:p>
            <a:pPr/>
            <a:r>
              <a:t>Numeric–categorical.</a:t>
            </a:r>
          </a:p>
          <a:p>
            <a:pPr/>
            <a:r>
              <a:t>Categorical–categorical.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Visualize numeric relationships.</a:t>
            </a:r>
          </a:p>
          <a:p>
            <a:pPr/>
            <a:r>
              <a:t>Reveal direction and strength.</a:t>
            </a:r>
          </a:p>
          <a:p>
            <a:pPr/>
            <a:r>
              <a:t>Highlight clusters.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Scatterplots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Look for linearity.</a:t>
            </a:r>
          </a:p>
          <a:p>
            <a:pPr/>
            <a:r>
              <a:t>Check for outliers.</a:t>
            </a:r>
          </a:p>
          <a:p>
            <a:pPr/>
            <a:r>
              <a:t>Identify nonlinear patterns.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Measures linear association.</a:t>
            </a:r>
          </a:p>
          <a:p>
            <a:pPr/>
            <a:r>
              <a:t>Ranges from -1 to +1.</a:t>
            </a:r>
          </a:p>
          <a:p>
            <a:pPr/>
            <a:r>
              <a:t>Does not imply causation.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of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Insensitive to nonlinear relationships.</a:t>
            </a:r>
          </a:p>
          <a:p>
            <a:pPr/>
            <a:r>
              <a:t>Affected by outliers.</a:t>
            </a:r>
          </a:p>
          <a:p>
            <a:pPr/>
            <a:r>
              <a:t>Context is required.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vs Categorical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group means or medians.</a:t>
            </a:r>
          </a:p>
          <a:p>
            <a:pPr/>
            <a:r>
              <a:t>Boxplots support comparison.</a:t>
            </a:r>
          </a:p>
          <a:p>
            <a:pPr/>
            <a:r>
              <a:t>Used in group analysis.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Cross-Tabulation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for categorical pairs.</a:t>
            </a:r>
          </a:p>
          <a:p>
            <a:pPr/>
            <a:r>
              <a:t>Shows joint frequencies.</a:t>
            </a:r>
          </a:p>
          <a:p>
            <a:pPr/>
            <a:r>
              <a:t>Supports association analysis.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EDA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Considers more than two variables.</a:t>
            </a:r>
          </a:p>
          <a:p>
            <a:pPr/>
            <a:r>
              <a:t>Explores complex patterns.</a:t>
            </a:r>
          </a:p>
          <a:p>
            <a:pPr/>
            <a:r>
              <a:t>Often visual.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Faceting and 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Examine relationships by subgroup.</a:t>
            </a:r>
          </a:p>
          <a:p>
            <a:pPr/>
            <a:r>
              <a:t>Reveal conditional patterns.</a:t>
            </a:r>
          </a:p>
          <a:p>
            <a:pPr/>
            <a:r>
              <a:t>Support segmentation.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Relationships may change across groups.</a:t>
            </a:r>
          </a:p>
          <a:p>
            <a:pPr/>
            <a:r>
              <a:t>Indicates interaction effects.</a:t>
            </a:r>
          </a:p>
          <a:p>
            <a:pPr/>
            <a:r>
              <a:t>Important for modeling.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Time-ordered observations.</a:t>
            </a:r>
          </a:p>
          <a:p>
            <a:pPr/>
            <a:r>
              <a:t>Reveal trends and cycles.</a:t>
            </a:r>
          </a:p>
          <a:p>
            <a:pPr/>
            <a:r>
              <a:t>Require special handling.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Visualize change over time.</a:t>
            </a:r>
          </a:p>
          <a:p>
            <a:pPr/>
            <a:r>
              <a:t>Highlight seasonality.</a:t>
            </a:r>
          </a:p>
          <a:p>
            <a:pPr/>
            <a:r>
              <a:t>Identify abrupt changes.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Longitudinal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Repeated measures on units.</a:t>
            </a:r>
          </a:p>
          <a:p>
            <a:pPr/>
            <a:r>
              <a:t>Observations are dependent.</a:t>
            </a:r>
          </a:p>
          <a:p>
            <a:pPr/>
            <a:r>
              <a:t>Exploration reveals instability.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explore relationships visually?</a:t>
            </a:r>
          </a:p>
          <a:p>
            <a:pPr/>
            <a:r>
              <a:t>Why correlation is not causation?</a:t>
            </a:r>
          </a:p>
          <a:p>
            <a:pPr/>
            <a:r>
              <a:t>What does multivariate EDA add?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Is Iterative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Exploration informs cleaning.</a:t>
            </a:r>
          </a:p>
          <a:p>
            <a:pPr/>
            <a:r>
              <a:t>Findings refine questions.</a:t>
            </a:r>
          </a:p>
          <a:p>
            <a:pPr/>
            <a:r>
              <a:t>Iteration improves understanding.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Returning to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may reveal errors.</a:t>
            </a:r>
          </a:p>
          <a:p>
            <a:pPr/>
            <a:r>
              <a:t>Transformations may be needed.</a:t>
            </a:r>
          </a:p>
          <a:p>
            <a:pPr/>
            <a:r>
              <a:t>Cleaning is ongoing.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suggests new questions.</a:t>
            </a:r>
          </a:p>
          <a:p>
            <a:pPr/>
            <a:r>
              <a:t>Hypotheses emerge from patterns.</a:t>
            </a:r>
          </a:p>
          <a:p>
            <a:pPr/>
            <a:r>
              <a:t>Testing comes later.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Avoiding Overinterpretation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all patterns are meaningful.</a:t>
            </a:r>
          </a:p>
          <a:p>
            <a:pPr/>
            <a:r>
              <a:t>Chance relationships exist.</a:t>
            </a:r>
          </a:p>
          <a:p>
            <a:pPr/>
            <a:r>
              <a:t>Skepticism is essential.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vs Confirmatory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explores.</a:t>
            </a:r>
          </a:p>
          <a:p>
            <a:pPr/>
            <a:r>
              <a:t>Confirmatory analysis tests.</a:t>
            </a:r>
          </a:p>
          <a:p>
            <a:pPr/>
            <a:r>
              <a:t>Roles must be distinguished.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and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Patterns should be checked.</a:t>
            </a:r>
          </a:p>
          <a:p>
            <a:pPr/>
            <a:r>
              <a:t>Independent data strengthens confidence.</a:t>
            </a:r>
          </a:p>
          <a:p>
            <a:pPr/>
            <a:r>
              <a:t>EDA findings are provisional.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and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Distributions guide model choice.</a:t>
            </a:r>
          </a:p>
          <a:p>
            <a:pPr/>
            <a:r>
              <a:t>Relationships suggest predictors.</a:t>
            </a:r>
          </a:p>
          <a:p>
            <a:pPr/>
            <a:r>
              <a:t>EDA informs assumptions.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and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Skewness may require transformation.</a:t>
            </a:r>
          </a:p>
          <a:p>
            <a:pPr/>
            <a:r>
              <a:t>Scaling may be needed.</a:t>
            </a:r>
          </a:p>
          <a:p>
            <a:pPr/>
            <a:r>
              <a:t>EDA guides decisions.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 findings.</a:t>
            </a:r>
          </a:p>
          <a:p>
            <a:pPr/>
            <a:r>
              <a:t>Document decisions.</a:t>
            </a:r>
          </a:p>
          <a:p>
            <a:pPr/>
            <a:r>
              <a:t>Supports transparency.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Use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Avoid data dredging.</a:t>
            </a:r>
          </a:p>
          <a:p>
            <a:pPr/>
            <a:r>
              <a:t>Be honest about exploration.</a:t>
            </a:r>
          </a:p>
          <a:p>
            <a:pPr/>
            <a:r>
              <a:t>Respect data subjects.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EDA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Ignoring distributions.</a:t>
            </a:r>
          </a:p>
          <a:p>
            <a:pPr/>
            <a:r>
              <a:t>Overreliance on summary stats.</a:t>
            </a:r>
          </a:p>
          <a:p>
            <a:pPr/>
            <a:r>
              <a:t>Ignoring context.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is used in all analytics.</a:t>
            </a:r>
          </a:p>
          <a:p>
            <a:pPr/>
            <a:r>
              <a:t>Supports better decisions.</a:t>
            </a:r>
          </a:p>
          <a:p>
            <a:pPr/>
            <a:r>
              <a:t>Prevents costly errors.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builds understanding.</a:t>
            </a:r>
          </a:p>
          <a:p>
            <a:pPr/>
            <a:r>
              <a:t>Visualization and statistics work together.</a:t>
            </a:r>
          </a:p>
          <a:p>
            <a:pPr/>
            <a:r>
              <a:t>Iteration is essential.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for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supports insight development.</a:t>
            </a:r>
          </a:p>
          <a:p>
            <a:pPr/>
            <a:r>
              <a:t>Results must be shared clearly.</a:t>
            </a:r>
          </a:p>
          <a:p>
            <a:pPr/>
            <a:r>
              <a:t>Visualization quality matters.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Module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4 focuses on storytelling.</a:t>
            </a:r>
          </a:p>
          <a:p>
            <a:pPr/>
            <a:r>
              <a:t>From exploration to explanation.</a:t>
            </a:r>
          </a:p>
          <a:p>
            <a:pPr/>
            <a:r>
              <a:t>Communicating insights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