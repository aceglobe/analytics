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Orientation: Data Analytics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course introduces data analytics as both a technical discipline and a way of reasoning.</a:t>
            </a:r>
          </a:p>
          <a:p>
            <a:pPr/>
            <a:r>
              <a:t>You will learn how data is transformed into information that supports decisions.</a:t>
            </a:r>
          </a:p>
          <a:p>
            <a:pPr/>
            <a:r>
              <a:t>Foundational concepts learned here apply to all later technical modules.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Study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Organizations increasingly rely on data to guide decisions.</a:t>
            </a:r>
          </a:p>
          <a:p>
            <a:pPr/>
            <a:r>
              <a:t>Analytics reduces uncertainty and improves decision quality.</a:t>
            </a:r>
          </a:p>
          <a:p>
            <a:pPr/>
            <a:r>
              <a:t>Analytical literacy is now essential in many careers.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consists of raw facts, observations, or measurements collected from the world.</a:t>
            </a:r>
          </a:p>
          <a:p>
            <a:pPr/>
            <a:r>
              <a:t>Data may be numerical, textual, categorical, or symbolic.</a:t>
            </a:r>
          </a:p>
          <a:p>
            <a:pPr/>
            <a:r>
              <a:t>By itself, data does not explain meaning or significance.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Sales transactions recorded at checkout.</a:t>
            </a:r>
          </a:p>
          <a:p>
            <a:pPr/>
            <a:r>
              <a:t>Survey responses collected from participants.</a:t>
            </a:r>
          </a:p>
          <a:p>
            <a:pPr/>
            <a:r>
              <a:t>Sensor readings such as temperature or heart rate.</a:t>
            </a:r>
          </a:p>
          <a:p>
            <a:pPr/>
            <a:r>
              <a:t>Log files generated by software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of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 data lacks context and interpretation.</a:t>
            </a:r>
          </a:p>
          <a:p>
            <a:pPr/>
            <a:r>
              <a:t>Large datasets can be misleading without structure.</a:t>
            </a:r>
          </a:p>
          <a:p>
            <a:pPr/>
            <a:r>
              <a:t>Decisions made directly from raw data are risky.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Information is data that has been processed and interpreted.</a:t>
            </a:r>
          </a:p>
          <a:p>
            <a:pPr/>
            <a:r>
              <a:t>Context allows data to answer specific questions.</a:t>
            </a:r>
          </a:p>
          <a:p>
            <a:pPr/>
            <a:r>
              <a:t>Information supports understanding and reduces uncertainty.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Transforming Data into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is cleaned to remove errors.</a:t>
            </a:r>
          </a:p>
          <a:p>
            <a:pPr/>
            <a:r>
              <a:t>Data is organized into meaningful categories.</a:t>
            </a:r>
          </a:p>
          <a:p>
            <a:pPr/>
            <a:r>
              <a:t>Analysis reveals patterns and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vs Information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Raw data: 72, 74, 75, 89.</a:t>
            </a:r>
          </a:p>
          <a:p>
            <a:pPr/>
            <a:r>
              <a:t>Without context, these numbers are meaningless.</a:t>
            </a:r>
          </a:p>
          <a:p>
            <a:pPr/>
            <a:r>
              <a:t>With context, they represent daily July temperatures.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Context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Context defines what data represents.</a:t>
            </a:r>
          </a:p>
          <a:p>
            <a:pPr/>
            <a:r>
              <a:t>The same data can have different meanings in different settings.</a:t>
            </a:r>
          </a:p>
          <a:p>
            <a:pPr/>
            <a:r>
              <a:t>Analysts must always clarify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Data vs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Can you explain the difference between data and information?</a:t>
            </a:r>
          </a:p>
          <a:p>
            <a:pPr/>
            <a:r>
              <a:t>Why is context essential?</a:t>
            </a:r>
          </a:p>
          <a:p>
            <a:pPr/>
            <a:r>
              <a:t>Why is interpretation required for decision-making?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analytics is the systematic examination of data to discover insights.</a:t>
            </a:r>
          </a:p>
          <a:p>
            <a:pPr/>
            <a:r>
              <a:t>It combines statistics, computation, and domain knowledge.</a:t>
            </a:r>
          </a:p>
          <a:p>
            <a:pPr/>
            <a:r>
              <a:t>Analytics supports evidence-based decision-making.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as a Way of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emphasizes logical reasoning with evidence.</a:t>
            </a:r>
          </a:p>
          <a:p>
            <a:pPr/>
            <a:r>
              <a:t>It requires asking the right questions.</a:t>
            </a:r>
          </a:p>
          <a:p>
            <a:pPr/>
            <a:r>
              <a:t>Interpretation is as important as calculation.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View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seeks to understand relationships in data.</a:t>
            </a:r>
          </a:p>
          <a:p>
            <a:pPr/>
            <a:r>
              <a:t>It explains patterns and trends.</a:t>
            </a:r>
          </a:p>
          <a:p>
            <a:pPr/>
            <a:r>
              <a:t>Conceptual analytics focuses on meaning.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View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Operational analytics focuses on practical processes.</a:t>
            </a:r>
          </a:p>
          <a:p>
            <a:pPr/>
            <a:r>
              <a:t>Includes querying, cleaning, modeling, and reporting.</a:t>
            </a:r>
          </a:p>
          <a:p>
            <a:pPr/>
            <a:r>
              <a:t>Procedures must be repeatable and documented.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Both Views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Conceptual thinking guides analysis goals.</a:t>
            </a:r>
          </a:p>
          <a:p>
            <a:pPr/>
            <a:r>
              <a:t>Operational steps execute the analysis.</a:t>
            </a:r>
          </a:p>
          <a:p>
            <a:pPr/>
            <a:r>
              <a:t>Effective analysts integrate both.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vs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Reporting summarizes what happened.</a:t>
            </a:r>
          </a:p>
          <a:p>
            <a:pPr/>
            <a:r>
              <a:t>Analytics seeks explanations and insights.</a:t>
            </a:r>
          </a:p>
          <a:p>
            <a:pPr/>
            <a:r>
              <a:t>Not all reports are analytics.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vs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Intuition relies on experience and judgment.</a:t>
            </a:r>
          </a:p>
          <a:p>
            <a:pPr/>
            <a:r>
              <a:t>Analytics uses systematic evidence.</a:t>
            </a:r>
          </a:p>
          <a:p>
            <a:pPr/>
            <a:r>
              <a:t>Best decisions often combine both.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Business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company tracks monthly sales.</a:t>
            </a:r>
          </a:p>
          <a:p>
            <a:pPr/>
            <a:r>
              <a:t>Analytics investigates causes of changes.</a:t>
            </a:r>
          </a:p>
          <a:p>
            <a:pPr/>
            <a:r>
              <a:t>Findings inform strategy adjustments.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Public Sector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Governments analyze data to allocate resources.</a:t>
            </a:r>
          </a:p>
          <a:p>
            <a:pPr/>
            <a:r>
              <a:t>Analytics supports transparency.</a:t>
            </a:r>
          </a:p>
          <a:p>
            <a:pPr/>
            <a:r>
              <a:t>Decisions are evaluated using evidence.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Defining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distinguishes analytics from reporting?</a:t>
            </a:r>
          </a:p>
          <a:p>
            <a:pPr/>
            <a:r>
              <a:t>Why is judgment still necessary?</a:t>
            </a:r>
          </a:p>
          <a:p>
            <a:pPr/>
            <a:r>
              <a:t>Why is analytics not fully automated?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supports different types of reasoning.</a:t>
            </a:r>
          </a:p>
          <a:p>
            <a:pPr/>
            <a:r>
              <a:t>Understanding past, present, and future.</a:t>
            </a:r>
          </a:p>
          <a:p>
            <a:pPr/>
            <a:r>
              <a:t>Four main types are commonly identified.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Analytics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Descriptive analytics answers: What happened?</a:t>
            </a:r>
          </a:p>
          <a:p>
            <a:pPr/>
            <a:r>
              <a:t>Focuses on summarizing historical data.</a:t>
            </a:r>
          </a:p>
          <a:p>
            <a:pPr/>
            <a:r>
              <a:t>Often the first step in analysis.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Analytics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Averages, totals, percentages.</a:t>
            </a:r>
          </a:p>
          <a:p>
            <a:pPr/>
            <a:r>
              <a:t>Tables and charts.</a:t>
            </a:r>
          </a:p>
          <a:p>
            <a:pPr/>
            <a:r>
              <a:t>Trend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Analytics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Monthly sales reports.</a:t>
            </a:r>
          </a:p>
          <a:p>
            <a:pPr/>
            <a:r>
              <a:t>Website traffic summaries.</a:t>
            </a:r>
          </a:p>
          <a:p>
            <a:pPr/>
            <a:r>
              <a:t>Financial statements.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Analytics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Diagnostic analytics answers: Why did it happen?</a:t>
            </a:r>
          </a:p>
          <a:p>
            <a:pPr/>
            <a:r>
              <a:t>Investigates causes and relationships.</a:t>
            </a:r>
          </a:p>
          <a:p>
            <a:pPr/>
            <a:r>
              <a:t>Builds on descriptive findings.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Comparisons across groups.</a:t>
            </a:r>
          </a:p>
          <a:p>
            <a:pPr/>
            <a:r>
              <a:t>Correlation analysis.</a:t>
            </a:r>
          </a:p>
          <a:p>
            <a:pPr/>
            <a:r>
              <a:t>Root cause analysis.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Analytics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Investigating a sales decline by region.</a:t>
            </a:r>
          </a:p>
          <a:p>
            <a:pPr/>
            <a:r>
              <a:t>Analyzing customer complaints.</a:t>
            </a:r>
          </a:p>
          <a:p>
            <a:pPr/>
            <a:r>
              <a:t>Identifying operational bottlenecks.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Predictive analytics answers: What will happen?</a:t>
            </a:r>
          </a:p>
          <a:p>
            <a:pPr/>
            <a:r>
              <a:t>Uses historical data to forecast outcomes.</a:t>
            </a:r>
          </a:p>
          <a:p>
            <a:pPr/>
            <a:r>
              <a:t>Involves statistical or machine learning models.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Regression models.</a:t>
            </a:r>
          </a:p>
          <a:p>
            <a:pPr/>
            <a:r>
              <a:t>Time-series forecasting.</a:t>
            </a:r>
          </a:p>
          <a:p>
            <a:pPr/>
            <a:r>
              <a:t>Classification models.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Forecasting product demand.</a:t>
            </a:r>
          </a:p>
          <a:p>
            <a:pPr/>
            <a:r>
              <a:t>Predicting customer churn.</a:t>
            </a:r>
          </a:p>
          <a:p>
            <a:pPr/>
            <a:r>
              <a:t>Estimating credit risk.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Analytics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Prescriptive analytics answers: What should we do?</a:t>
            </a:r>
          </a:p>
          <a:p>
            <a:pPr/>
            <a:r>
              <a:t>Evaluates possible actions.</a:t>
            </a:r>
          </a:p>
          <a:p>
            <a:pPr/>
            <a:r>
              <a:t>Supports optimal decision-making.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Analytics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Optimization models.</a:t>
            </a:r>
          </a:p>
          <a:p>
            <a:pPr/>
            <a:r>
              <a:t>Simulation.</a:t>
            </a:r>
          </a:p>
          <a:p>
            <a:pPr/>
            <a:r>
              <a:t>Decision analysis.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Analytics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Optimizing delivery routes.</a:t>
            </a:r>
          </a:p>
          <a:p>
            <a:pPr/>
            <a:r>
              <a:t>Allocating limited resources.</a:t>
            </a:r>
          </a:p>
          <a:p>
            <a:pPr/>
            <a:r>
              <a:t>Setting prices.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the Four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type serves a different purpose.</a:t>
            </a:r>
          </a:p>
          <a:p>
            <a:pPr/>
            <a:r>
              <a:t>They often work together.</a:t>
            </a:r>
          </a:p>
          <a:p>
            <a:pPr/>
            <a:r>
              <a:t>Advanced analytics builds on basic analytics.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Types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Which type explains causes?</a:t>
            </a:r>
          </a:p>
          <a:p>
            <a:pPr/>
            <a:r>
              <a:t>Which type predicts outcomes?</a:t>
            </a:r>
          </a:p>
          <a:p>
            <a:pPr/>
            <a:r>
              <a:t>Why do organizations need all four?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Analytics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projects follow a structured lifecycle.</a:t>
            </a:r>
          </a:p>
          <a:p>
            <a:pPr/>
            <a:r>
              <a:t>Each stage builds on the previous one.</a:t>
            </a:r>
          </a:p>
          <a:p>
            <a:pPr/>
            <a:r>
              <a:t>Skipping steps weakens results.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Clear questions guide analysis.</a:t>
            </a:r>
          </a:p>
          <a:p>
            <a:pPr/>
            <a:r>
              <a:t>Poor questions waste resources.</a:t>
            </a:r>
          </a:p>
          <a:p>
            <a:pPr/>
            <a:r>
              <a:t>Stakeholders must be aligned.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vs Poor Problem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Poor: Why are sales bad?</a:t>
            </a:r>
          </a:p>
          <a:p>
            <a:pPr/>
            <a:r>
              <a:t>Better: Which products experienced the largest decline last quarter?</a:t>
            </a:r>
          </a:p>
          <a:p>
            <a:pPr/>
            <a:r>
              <a:t>Clarity improves outcomes.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Relevant data must be identified.</a:t>
            </a:r>
          </a:p>
          <a:p>
            <a:pPr/>
            <a:r>
              <a:t>Sources may be internal or external.</a:t>
            </a:r>
          </a:p>
          <a:p>
            <a:pPr/>
            <a:r>
              <a:t>Data availability limits analysis.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Cleaning removes errors and inconsistencies.</a:t>
            </a:r>
          </a:p>
          <a:p>
            <a:pPr/>
            <a:r>
              <a:t>Transformation prepares data for analysis.</a:t>
            </a:r>
          </a:p>
          <a:p>
            <a:pPr/>
            <a:r>
              <a:t>Documentation ensures transparency.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Exploration helps analysts understand data behavior.</a:t>
            </a:r>
          </a:p>
          <a:p>
            <a:pPr/>
            <a:r>
              <a:t>Detects anomalies and patterns.</a:t>
            </a:r>
          </a:p>
          <a:p>
            <a:pPr/>
            <a:r>
              <a:t>Guides model selection.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Models simplify reality.</a:t>
            </a:r>
          </a:p>
          <a:p>
            <a:pPr/>
            <a:r>
              <a:t>Assumptions must be evaluated.</a:t>
            </a:r>
          </a:p>
          <a:p>
            <a:pPr/>
            <a:r>
              <a:t>No model is perfect.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Results must be translated into insights.</a:t>
            </a:r>
          </a:p>
          <a:p>
            <a:pPr/>
            <a:r>
              <a:t>Uncertainty must be acknowledged.</a:t>
            </a:r>
          </a:p>
          <a:p>
            <a:pPr/>
            <a:r>
              <a:t>Context matters.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Insights must be communicated clearly.</a:t>
            </a:r>
          </a:p>
          <a:p>
            <a:pPr/>
            <a:r>
              <a:t>Visualizations support understanding.</a:t>
            </a:r>
          </a:p>
          <a:p>
            <a:pPr/>
            <a:r>
              <a:t>Poor communication reduces value.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Roles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Organizations use specialized analytics roles.</a:t>
            </a:r>
          </a:p>
          <a:p>
            <a:pPr/>
            <a:r>
              <a:t>Each role supports different stages.</a:t>
            </a:r>
          </a:p>
          <a:p>
            <a:pPr/>
            <a:r>
              <a:t>Collaboration is essential.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Analyst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Focuses on querying and reporting.</a:t>
            </a:r>
          </a:p>
          <a:p>
            <a:pPr/>
            <a:r>
              <a:t>Interprets structured data.</a:t>
            </a:r>
          </a:p>
          <a:p>
            <a:pPr/>
            <a:r>
              <a:t>Communicates insights.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Scientist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Builds advanced models.</a:t>
            </a:r>
          </a:p>
          <a:p>
            <a:pPr/>
            <a:r>
              <a:t>Works with complex data.</a:t>
            </a:r>
          </a:p>
          <a:p>
            <a:pPr/>
            <a:r>
              <a:t>Explores experimental methods.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Builds data infrastructure.</a:t>
            </a:r>
          </a:p>
          <a:p>
            <a:pPr/>
            <a:r>
              <a:t>Ensures data reliability.</a:t>
            </a:r>
          </a:p>
          <a:p>
            <a:pPr/>
            <a:r>
              <a:t>Supports analytics workflows.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affects people and systems.</a:t>
            </a:r>
          </a:p>
          <a:p>
            <a:pPr/>
            <a:r>
              <a:t>Bias and privacy are major concerns.</a:t>
            </a:r>
          </a:p>
          <a:p>
            <a:pPr/>
            <a:r>
              <a:t>Ethical reflection is required.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 learned foundational analytics concepts.</a:t>
            </a:r>
          </a:p>
          <a:p>
            <a:pPr/>
            <a:r>
              <a:t>Analytics supports evidence-based reasoning.</a:t>
            </a:r>
          </a:p>
          <a:p>
            <a:pPr/>
            <a:r>
              <a:t>Strong foundations enable advanced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