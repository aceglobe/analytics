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version control system</a:t>
            </a:r>
          </a:p>
          <a:p>
            <a:pPr lvl="1"/>
            <a:r>
              <a:t>Tracks file changes</a:t>
            </a:r>
          </a:p>
          <a:p>
            <a:pPr lvl="1"/>
            <a:r>
              <a:t>Supports collaboration</a:t>
            </a:r>
          </a:p>
          <a:p>
            <a:pPr lvl="1"/>
            <a:r>
              <a:t>Stores full history</a:t>
            </a:r>
          </a:p>
          <a:p>
            <a:pPr lvl="1"/>
            <a:r>
              <a:t>Allows undoing mistakes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Git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overwriting work</a:t>
            </a:r>
          </a:p>
          <a:p>
            <a:pPr lvl="1"/>
            <a:r>
              <a:t>Tracks who/when/why</a:t>
            </a:r>
          </a:p>
          <a:p>
            <a:pPr lvl="1"/>
            <a:r>
              <a:t>Supports safe merging</a:t>
            </a:r>
          </a:p>
          <a:p>
            <a:pPr lvl="1"/>
            <a:r>
              <a:t>Replaces emailing files</a:t>
            </a:r>
          </a:p>
          <a:p>
            <a:pPr lvl="1"/>
            <a:r>
              <a:t>Improves teamwork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versions</a:t>
            </a:r>
          </a:p>
          <a:p>
            <a:pPr lvl="1"/>
            <a:r>
              <a:t>Allows rollback</a:t>
            </a:r>
          </a:p>
          <a:p>
            <a:pPr lvl="1"/>
            <a:r>
              <a:t>Shows differences</a:t>
            </a:r>
          </a:p>
          <a:p>
            <a:pPr lvl="1"/>
            <a:r>
              <a:t>Tracks authors</a:t>
            </a:r>
          </a:p>
          <a:p>
            <a:pPr lvl="1"/>
            <a:r>
              <a:t>Prevents file chaos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Git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system</a:t>
            </a:r>
          </a:p>
          <a:p>
            <a:pPr lvl="1"/>
            <a:r>
              <a:t>Offline work</a:t>
            </a:r>
          </a:p>
          <a:p>
            <a:pPr lvl="1"/>
            <a:r>
              <a:t>Full history locally</a:t>
            </a:r>
          </a:p>
          <a:p>
            <a:pPr lvl="1"/>
            <a:r>
              <a:t>Fast operations</a:t>
            </a:r>
          </a:p>
          <a:p>
            <a:pPr lvl="1"/>
            <a:r>
              <a:t>Fault tolerant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Repository = project</a:t>
            </a:r>
          </a:p>
          <a:p>
            <a:pPr lvl="1"/>
            <a:r>
              <a:t>Commit = snapshot</a:t>
            </a:r>
          </a:p>
          <a:p>
            <a:pPr lvl="1"/>
            <a:r>
              <a:t>Branch = separate line</a:t>
            </a:r>
          </a:p>
          <a:p>
            <a:pPr lvl="1"/>
            <a:r>
              <a:t>Merge = combine</a:t>
            </a:r>
          </a:p>
          <a:p>
            <a:pPr lvl="1"/>
            <a:r>
              <a:t>Remote = GitHub copy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directory</a:t>
            </a:r>
          </a:p>
          <a:p>
            <a:pPr lvl="1"/>
            <a:r>
              <a:t>Staging area</a:t>
            </a:r>
          </a:p>
          <a:p>
            <a:pPr lvl="1"/>
            <a:r>
              <a:t>Repository</a:t>
            </a:r>
          </a:p>
          <a:p>
            <a:pPr lvl="1"/>
            <a:r>
              <a:t>Files flow through stages</a:t>
            </a:r>
          </a:p>
          <a:p>
            <a:pPr lvl="1"/>
            <a:r>
              <a:t>Controls what is saved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 files</a:t>
            </a:r>
          </a:p>
          <a:p>
            <a:pPr lvl="1"/>
            <a:r>
              <a:t>Stage with git add</a:t>
            </a:r>
          </a:p>
          <a:p>
            <a:pPr lvl="1"/>
            <a:r>
              <a:t>Commit with git commit</a:t>
            </a:r>
          </a:p>
          <a:p>
            <a:pPr lvl="1"/>
            <a:r>
              <a:t>Push to remote</a:t>
            </a:r>
          </a:p>
          <a:p>
            <a:pPr lvl="1"/>
            <a:r>
              <a:t>Pull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Initialize repository</a:t>
            </a:r>
          </a:p>
          <a:p>
            <a:pPr lvl="1"/>
            <a:r>
              <a:t>Creates .git folder</a:t>
            </a:r>
          </a:p>
          <a:p>
            <a:pPr lvl="1"/>
            <a:r>
              <a:t>Start tracking</a:t>
            </a:r>
          </a:p>
          <a:p>
            <a:pPr lvl="1"/>
            <a:r>
              <a:t>Local project</a:t>
            </a:r>
          </a:p>
          <a:p>
            <a:pPr lvl="1"/>
            <a:r>
              <a:t>Command: git init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does not auto track</a:t>
            </a:r>
          </a:p>
          <a:p>
            <a:pPr lvl="1"/>
            <a:r>
              <a:t>Add file to staging</a:t>
            </a:r>
          </a:p>
          <a:p>
            <a:pPr lvl="1"/>
            <a:r>
              <a:t>Add all files</a:t>
            </a:r>
          </a:p>
          <a:p>
            <a:pPr lvl="1"/>
            <a:r>
              <a:t>Prepare commit</a:t>
            </a:r>
          </a:p>
          <a:p>
            <a:pPr lvl="1"/>
            <a:r>
              <a:t>Commands: git add file, git add 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 snapshot</a:t>
            </a:r>
          </a:p>
          <a:p>
            <a:pPr lvl="1"/>
            <a:r>
              <a:t>Add message</a:t>
            </a:r>
          </a:p>
          <a:p>
            <a:pPr lvl="1"/>
            <a:r>
              <a:t>Store author/date</a:t>
            </a:r>
          </a:p>
          <a:p>
            <a:pPr lvl="1"/>
            <a:r>
              <a:t>Create history</a:t>
            </a:r>
          </a:p>
          <a:p>
            <a:pPr lvl="1"/>
            <a:r>
              <a:t>Command: git commit -m 'msg'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commits</a:t>
            </a:r>
          </a:p>
          <a:p>
            <a:pPr lvl="1"/>
            <a:r>
              <a:t>See authors</a:t>
            </a:r>
          </a:p>
          <a:p>
            <a:pPr lvl="1"/>
            <a:r>
              <a:t>See dates</a:t>
            </a:r>
          </a:p>
          <a:p>
            <a:pPr lvl="1"/>
            <a:r>
              <a:t>Review messages</a:t>
            </a:r>
          </a:p>
          <a:p>
            <a:pPr lvl="1"/>
            <a:r>
              <a:t>Command: git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Parallel work</a:t>
            </a:r>
          </a:p>
          <a:p>
            <a:pPr lvl="1"/>
            <a:r>
              <a:t>Protect main</a:t>
            </a:r>
          </a:p>
          <a:p>
            <a:pPr lvl="1"/>
            <a:r>
              <a:t>Develop features</a:t>
            </a:r>
          </a:p>
          <a:p>
            <a:pPr lvl="1"/>
            <a:r>
              <a:t>Switch branches</a:t>
            </a:r>
          </a:p>
          <a:p>
            <a:pPr lvl="1"/>
            <a:r>
              <a:t>Commands: git branch, git checkout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 branches</a:t>
            </a:r>
          </a:p>
          <a:p>
            <a:pPr lvl="1"/>
            <a:r>
              <a:t>Bring features into main</a:t>
            </a:r>
          </a:p>
          <a:p>
            <a:pPr lvl="1"/>
            <a:r>
              <a:t>Resolve conflicts</a:t>
            </a:r>
          </a:p>
          <a:p>
            <a:pPr lvl="1"/>
            <a:r>
              <a:t>Preserve history</a:t>
            </a:r>
          </a:p>
          <a:p>
            <a:pPr lvl="1"/>
            <a:r>
              <a:t>Command: git merge branch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Hosts repos</a:t>
            </a:r>
          </a:p>
          <a:p>
            <a:pPr lvl="1"/>
            <a:r>
              <a:t>Enables collaboration</a:t>
            </a:r>
          </a:p>
          <a:p>
            <a:pPr lvl="1"/>
            <a:r>
              <a:t>Issue tracking</a:t>
            </a:r>
          </a:p>
          <a:p>
            <a:pPr lvl="1"/>
            <a:r>
              <a:t>Remote storage</a:t>
            </a:r>
          </a:p>
          <a:p>
            <a:pPr lvl="1"/>
            <a:r>
              <a:t>Pull requests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vs Remote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on computer</a:t>
            </a:r>
          </a:p>
          <a:p>
            <a:pPr lvl="1"/>
            <a:r>
              <a:t>Remote on GitHub</a:t>
            </a:r>
          </a:p>
          <a:p>
            <a:pPr lvl="1"/>
            <a:r>
              <a:t>Connected via URL</a:t>
            </a:r>
          </a:p>
          <a:p>
            <a:pPr lvl="1"/>
            <a:r>
              <a:t>Push sends changes</a:t>
            </a:r>
          </a:p>
          <a:p>
            <a:pPr lvl="1"/>
            <a:r>
              <a:t>Pull gets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&amp; Pull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 changes</a:t>
            </a:r>
          </a:p>
          <a:p>
            <a:pPr lvl="1"/>
            <a:r>
              <a:t>Get updates</a:t>
            </a:r>
          </a:p>
          <a:p>
            <a:pPr lvl="1"/>
            <a:r>
              <a:t>Sync teams</a:t>
            </a:r>
          </a:p>
          <a:p>
            <a:pPr lvl="1"/>
            <a:r>
              <a:t>Share work</a:t>
            </a:r>
          </a:p>
          <a:p>
            <a:pPr lvl="1"/>
            <a:r>
              <a:t>Commands: git push, git pull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Clone repo</a:t>
            </a:r>
          </a:p>
          <a:p>
            <a:pPr lvl="1"/>
            <a:r>
              <a:t>Create branch</a:t>
            </a:r>
          </a:p>
          <a:p>
            <a:pPr lvl="1"/>
            <a:r>
              <a:t>Edit code</a:t>
            </a:r>
          </a:p>
          <a:p>
            <a:pPr lvl="1"/>
            <a:r>
              <a:t>Commit changes</a:t>
            </a:r>
          </a:p>
          <a:p>
            <a:pPr lvl="1"/>
            <a:r>
              <a:t>Push and PR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</a:t>
            </a:r>
          </a:p>
          <a:p>
            <a:pPr lvl="1"/>
            <a:r>
              <a:t>Amazon</a:t>
            </a:r>
          </a:p>
          <a:p>
            <a:pPr lvl="1"/>
            <a:r>
              <a:t>Microsoft</a:t>
            </a:r>
          </a:p>
          <a:p>
            <a:pPr lvl="1"/>
            <a:r>
              <a:t>Banks</a:t>
            </a:r>
          </a:p>
          <a:p>
            <a:pPr lvl="1"/>
            <a:r>
              <a:t>Startups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Mistakes Reversible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Undo commits</a:t>
            </a:r>
          </a:p>
          <a:p>
            <a:pPr lvl="1"/>
            <a:r>
              <a:t>Restore files</a:t>
            </a:r>
          </a:p>
          <a:p>
            <a:pPr lvl="1"/>
            <a:r>
              <a:t>Revert errors</a:t>
            </a:r>
          </a:p>
          <a:p>
            <a:pPr lvl="1"/>
            <a:r>
              <a:t>Compare versions</a:t>
            </a:r>
          </a:p>
          <a:p>
            <a:pPr lvl="1"/>
            <a:r>
              <a:t>Git keeps history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history</a:t>
            </a:r>
          </a:p>
          <a:p>
            <a:pPr lvl="1"/>
            <a:r>
              <a:t>Collaboration</a:t>
            </a:r>
          </a:p>
          <a:p>
            <a:pPr lvl="1"/>
            <a:r>
              <a:t>Safety</a:t>
            </a:r>
          </a:p>
          <a:p>
            <a:pPr lvl="1"/>
            <a:r>
              <a:t>Speed</a:t>
            </a:r>
          </a:p>
          <a:p>
            <a:pPr lvl="1"/>
            <a:r>
              <a:t>Essential tech skill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